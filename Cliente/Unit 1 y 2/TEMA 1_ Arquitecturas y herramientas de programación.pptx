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gUNof9N+6ozhnv1olVIcyZ865G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2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2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2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2021.stateofjs.com/es-ES/libraries/front-end-framework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TEMA 1: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Arquitecturas y herramientas de programación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172900"/>
            <a:ext cx="76881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Desarrollo Web en Entorno Cliente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Juana María Rodríguez García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DISEÑO Y DESARROLLO WEB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DISEÑO WEB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Creación y organización de contenidos → arquitectura de la información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Aspectos importantes: 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Organización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Accesibilidad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771250" y="2078875"/>
            <a:ext cx="3842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DESARROLLO  WEB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Programación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Diseño gráfico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Diseño de interfaces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Nuevas tecnologías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2. SITIOS WEB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729450" y="2078875"/>
            <a:ext cx="3842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LADO DEL SERVIDOR (</a:t>
            </a:r>
            <a:r>
              <a:rPr b="1" lang="es"/>
              <a:t>BACKEND</a:t>
            </a:r>
            <a:r>
              <a:rPr lang="es"/>
              <a:t>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Contiene el hardware y el software del servidor web, elementos de programación y tecnologías: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Scripts y programas CGI (Common Gateway Interface)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s"/>
              <a:t>APIs (Interfaz de Programaci</a:t>
            </a:r>
            <a:r>
              <a:rPr b="1" lang="es"/>
              <a:t>ón de Aplicaciones</a:t>
            </a:r>
            <a:r>
              <a:rPr b="1" lang="es"/>
              <a:t>)</a:t>
            </a:r>
            <a:endParaRPr b="1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Lenguajes scripting como PHP o ASP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Servlets de Java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771250" y="2078875"/>
            <a:ext cx="3842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LADO DEL CLIENTE (</a:t>
            </a:r>
            <a:r>
              <a:rPr b="1" lang="es"/>
              <a:t>FRONTEND</a:t>
            </a:r>
            <a:r>
              <a:rPr lang="es"/>
              <a:t>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Se refiere a los navegadores web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HTML y CSS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Lenguajes de scripting Javascript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Plugins del navegador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5400" y="3508700"/>
            <a:ext cx="2194424" cy="15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3. TECNOLOGÍAS DE PROGRAMACIÓN EN EL CLIENTE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937" y="1985850"/>
            <a:ext cx="3934125" cy="31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CARACTERÍSTICAS DE JAVASCRIPT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highlight>
                  <a:srgbClr val="FFFFFF"/>
                </a:highlight>
              </a:rPr>
              <a:t>Es un lenguaje interpretado, no compilado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highlight>
                  <a:srgbClr val="FFFFFF"/>
                </a:highlight>
              </a:rPr>
              <a:t>Se ejecutan en el lado cliente (navegador web), excepto NodeJS</a:t>
            </a:r>
            <a:r>
              <a:rPr lang="es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highlight>
                  <a:srgbClr val="FFFFFF"/>
                </a:highlight>
              </a:rPr>
              <a:t>Orientado a objetos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highlight>
                  <a:srgbClr val="FFFFFF"/>
                </a:highlight>
              </a:rPr>
              <a:t>Débilmente tipado, no se indica el tipo de dato de una variable</a:t>
            </a:r>
            <a:endParaRPr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CARACTERÍSTICAS DE JAVASCRIPT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729450" y="2078875"/>
            <a:ext cx="76887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Lo usaremos para: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Cambiar el contenido de la página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Cambiar los atributos de un elemento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Cambiar la apariencia de algo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Validar datos de formularios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Sin embargo, por razones de seguridad, Javascript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no nos permite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hacer cosas como: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Acceder al sistema de ficheros del cliente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Capturar datos de un servidor (puede pedirlo y el servidor se los servirá, o no)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Modificar las preferencias del navegador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Enviar e-mails de forma invisible o crear ventanas sin que el usuario lo vea</a:t>
            </a:r>
            <a:endParaRPr sz="18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CARACTERÍSTICAS DE JAVASCRIPT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729450" y="2078875"/>
            <a:ext cx="76887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</a:rPr>
              <a:t>Javascript es una implementación del lenguaje ECMAScript (el estándar que define sus características). El lenguaje surgió en 1997.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</a:rPr>
              <a:t>En 2015 se lanzó la 6a versión, inicialmente llamada ES6 y posteriormente renombrada como ES2015, que introdujo importantes mejoras en el lenguaje y que es la versión que usaremos nosotros.  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</a:rPr>
              <a:t>Las principales mejoras que introdujo ES2015 son: clases de objetos, let, for..of, Map, Set, Arrow functions, Promesas, spread, destructuring, …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</a:rPr>
              <a:t>Desde ES6, cada año se publica una nueva edición (ES2016, ES2017, etc.) con mejoras más pequeñas.</a:t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5. HERRAMIENTAS Y UTILIDADES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/>
              <a:t>Editor de texto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Edición de código en diferentes lenguajes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Sintaxis de colores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Verificación de sintaxis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Diferencia comentarios del resto del código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Genera partes de código automáticas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Utilidades adicionales → Plugins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EJEMPLOS: Notepad++ , VSC, Eclipse, Sublime Text, etc.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5. HERRAMIENTAS Y UTILIDADES</a:t>
            </a:r>
            <a:endParaRPr/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/>
              <a:t>Navegador web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No necesita internet para probar los scripts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Inspector de elementos HTML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Depurador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Editor de estilos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EJEMPLOS : Chrome , Safari, Opera, Firefox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5. HERRAMIENTAS Y UTILIDADES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729450" y="2078875"/>
            <a:ext cx="76887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/>
              <a:t>La consola del navegador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 la herramienta que más nos va a ayudar a la hora de depurar nuestro código. Abrimos las herramientas para el desarrollador (en Chrome y Firefox pulsando la tecla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F12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y vamos a la pestaña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Consola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Allí vemos mensajes del navegador como errores y advertencias que genera el código y todos los mensajes que pongamos en el código para ayudarnos a depurarlo (usando los comandos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console.log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console.error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Además en ella podemos escribir instrucciones Javascript que se ejecutarán mostrando su resultado. También la usaremos para mostrar el valor de nuestras variables y para probar código que, una vez que funcione correctamente, lo copiaremos a nuestro programa</a:t>
            </a:r>
            <a:endParaRPr/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7975" y="-2"/>
            <a:ext cx="3076223" cy="16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6. INTEGRACIÓN DE JAVASCRIPT EN UNA WEB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4774" y="1769225"/>
            <a:ext cx="6146401" cy="8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2450" y="2571750"/>
            <a:ext cx="5479101" cy="262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7. PROTECCIÓN DEL CÓDIGO JAVASCRIPT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"/>
              <a:t>El código Javascript no se puede proteger, está accesible y visible a través de un navegador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8. MOSTRAR INFORMACIÓN</a:t>
            </a:r>
            <a:endParaRPr/>
          </a:p>
        </p:txBody>
      </p:sp>
      <p:sp>
        <p:nvSpPr>
          <p:cNvPr id="166" name="Google Shape;166;p13"/>
          <p:cNvSpPr txBox="1"/>
          <p:nvPr>
            <p:ph idx="1" type="body"/>
          </p:nvPr>
        </p:nvSpPr>
        <p:spPr>
          <a:xfrm>
            <a:off x="729450" y="2078875"/>
            <a:ext cx="76887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745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Javascript permite mostrar al usuario ventanas modales para pedirle o mostrarle información. Las funciones que lo hacen son: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ct val="120000"/>
              <a:buFont typeface="Arial"/>
              <a:buChar char="●"/>
            </a:pP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window.alert(mensaje)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 Muestra en una ventana modal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mensaje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con un botón de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Aceptar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para cerrar la ventana.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ct val="120000"/>
              <a:buFont typeface="Arial"/>
              <a:buChar char="●"/>
            </a:pP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window.confirm(mensaje)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 Muestra en una ventana modal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mensaje 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 botones de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Aceptar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 La función devuelve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false 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en función del botón pulsado por el usuario.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ct val="120000"/>
              <a:buFont typeface="Arial"/>
              <a:buChar char="●"/>
            </a:pP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window.prompt(mensaje [, valor predeterminado])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 Muestra en una ventana modal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mensaje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debajo tiene un campo donde el usuario puede escribir, junto con botones de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Aceptar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 La función devuelve el valor introducido por el usuario como texto (es decir que si introduce 54 lo que se obtiene es “54”) o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si el usuario pulsa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745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También se pueden escribir las funciones sin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window.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(es decir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alert('Hola')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en vez de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window.alert('Hola')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) ya que en Javascript todos los métodos y propiedades de los que no se indica de qué objeto son se ejecutan en el objeto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7450"/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Si queremos mostrar una información para depurar nuestro código no utilizaremos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alert(mensaje)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sino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console.log(mensaje)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console.error(mensaje)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 Estas funciones muestran la información pero en la consola del navegador. La diferencia es que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console.error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la muestra como si fuera un error de Javascript.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9. FRAMEWORKS</a:t>
            </a:r>
            <a:endParaRPr/>
          </a:p>
        </p:txBody>
      </p:sp>
      <p:sp>
        <p:nvSpPr>
          <p:cNvPr id="172" name="Google Shape;172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>
                <a:highlight>
                  <a:srgbClr val="FFFFFF"/>
                </a:highlight>
              </a:rPr>
              <a:t>React: Creado por Facebook, utiliza programación orientada a componentes. Los componentes gestionan su propio estado y, agrupando una serie de componentes se crea una interfaz de usuario. React se programa con JSX y utiliza un DOM virtual que mapea los objetos desde este hasta el DOM del navegador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>
                <a:highlight>
                  <a:srgbClr val="FFFFFF"/>
                </a:highlight>
              </a:rPr>
              <a:t>Angular: Desarrollado por Google que utiliza TypeScript. Tiene una alta curva de aprendizaje y se suele usar en proyectos legacy.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>
                <a:highlight>
                  <a:srgbClr val="FFFFFF"/>
                </a:highlight>
              </a:rPr>
              <a:t>Vue: Se creó utilizando las ventajas de React y Angular. Destaca por su facilidad de aprendizaje, utiliza DOM virtual.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https://2021.stateofjs.com/es-ES/libraries/front-end-frameworks/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 txBox="1"/>
          <p:nvPr>
            <p:ph idx="1" type="body"/>
          </p:nvPr>
        </p:nvSpPr>
        <p:spPr>
          <a:xfrm>
            <a:off x="729450" y="2078875"/>
            <a:ext cx="76887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EJERCICIO: abre la web holaMundo </a:t>
            </a:r>
            <a:endParaRPr sz="2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152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Conseguir modificar un valor de algún elemento HTML y comprobar que el cambio se aplica en tiempo real.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Establecer un “breakpoint” (punto de ruptura) del código Javascript de la página antes de que se muestre el mensaje “Hola mundo” (se muestra con la instrucción “alert”) y cuando comprobemos que se detenga, hacer que prosiga su ejecución.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2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